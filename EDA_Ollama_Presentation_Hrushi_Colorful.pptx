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/>
              <a:t>EDA Integration — Ollama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/>
              <a:t>Exploratory Data Analysis automation with Ollama LLM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646464"/>
                </a:solidFill>
              </a:rPr>
              <a:t>Prepared by: Hrushi · January 06,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 Project overview</a:t>
            </a:r>
          </a:p>
          <a:p>
            <a:pPr>
              <a:defRPr sz="1600"/>
            </a:pPr>
            <a:r>
              <a:t>2. EDA pipeline &amp; outputs</a:t>
            </a:r>
          </a:p>
          <a:p>
            <a:pPr>
              <a:defRPr sz="1600"/>
            </a:pPr>
            <a:r>
              <a:t>3. Ollama model integration</a:t>
            </a:r>
          </a:p>
          <a:p>
            <a:pPr>
              <a:defRPr sz="1600"/>
            </a:pPr>
            <a:r>
              <a:t>4. Key findings / visualizations</a:t>
            </a:r>
          </a:p>
          <a:p>
            <a:pPr>
              <a:defRPr sz="1600"/>
            </a:pPr>
            <a:r>
              <a:t>5. Demo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646464"/>
                </a:solidFill>
              </a:rPr>
              <a:t>Prepared by: Hrushi · January 06,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Automate EDA to produce human-readable insights and charts.</a:t>
            </a:r>
          </a:p>
          <a:p>
            <a:pPr>
              <a:defRPr sz="1600"/>
            </a:pPr>
            <a:r>
              <a:t>Combine standard EDA outputs with LLM-generated summaries.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646464"/>
                </a:solidFill>
              </a:rPr>
              <a:t>Prepared by: Hrushi · January 06,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 Load dataset (CSV)</a:t>
            </a:r>
          </a:p>
          <a:p>
            <a:pPr>
              <a:defRPr sz="1600"/>
            </a:pPr>
            <a:r>
              <a:t>2. Generate summary statistics &amp; plots</a:t>
            </a:r>
          </a:p>
          <a:p>
            <a:pPr>
              <a:defRPr sz="1600"/>
            </a:pPr>
            <a:r>
              <a:t>3. Create prompts and query Ollama for natural-language insights</a:t>
            </a:r>
          </a:p>
          <a:p>
            <a:pPr>
              <a:defRPr sz="1600"/>
            </a:pPr>
            <a:r>
              <a:t>4. Save outputs and present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646464"/>
                </a:solidFill>
              </a:rPr>
              <a:t>Prepared by: Hrushi · January 06,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 (Example)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- Missing values concentrated in columns: Age, Cabin</a:t>
            </a:r>
          </a:p>
          <a:p>
            <a:pPr>
              <a:defRPr sz="1600"/>
            </a:pPr>
            <a:r>
              <a:t>- Strong correlation between Fare and Passenger Class</a:t>
            </a:r>
          </a:p>
          <a:p>
            <a:pPr>
              <a:defRPr sz="1600"/>
            </a:pPr>
            <a:r>
              <a:t>- Possible class-based survival differences (requires further testing)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646464"/>
                </a:solidFill>
              </a:rPr>
              <a:t>Prepared by: Hrushi · January 06,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Ollama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- Ollama client used in code to generate EDA insights.</a:t>
            </a:r>
          </a:p>
          <a:p>
            <a:pPr>
              <a:defRPr sz="1600"/>
            </a:pPr>
            <a:r>
              <a:t>- Model used in this repo: gemma3:270m</a:t>
            </a:r>
          </a:p>
          <a:p>
            <a:pPr>
              <a:defRPr sz="1600"/>
            </a:pPr>
            <a:r>
              <a:t>- Example: ollama.chat(model="gemma3:270m", messages=[...])</a:t>
            </a:r>
          </a:p>
          <a:p>
            <a:pPr>
              <a:defRPr sz="1600"/>
            </a:pPr>
            <a:r>
              <a:t>- Run Ollama locally or point to remote host via OLLAMA_HOST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646464"/>
                </a:solidFill>
              </a:rPr>
              <a:t>Prepared by: Hrushi · January 06,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- Run the CLI or Gradio UI to generate live EDA outputs</a:t>
            </a:r>
          </a:p>
          <a:p>
            <a:pPr>
              <a:defRPr sz="1600"/>
            </a:pPr>
            <a:r>
              <a:t>- Tune prompts to get more targeted insights</a:t>
            </a:r>
          </a:p>
          <a:p>
            <a:pPr>
              <a:defRPr sz="1600"/>
            </a:pPr>
            <a:r>
              <a:t>- Add model selection and caching for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646464"/>
                </a:solidFill>
              </a:rPr>
              <a:t>Prepared by: Hrushi · January 06,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Prepared by: Hrushi</a:t>
            </a:r>
          </a:p>
          <a:p>
            <a:pPr>
              <a:defRPr sz="1600"/>
            </a:pPr>
            <a:r>
              <a:t>Email: your-team@example.com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646464"/>
                </a:solidFill>
              </a:rPr>
              <a:t>Prepared by: Hrushi · January 06,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Correlation Heatmap</a:t>
            </a:r>
          </a:p>
        </p:txBody>
      </p:sp>
      <p:pic>
        <p:nvPicPr>
          <p:cNvPr id="3" name="Picture 2" descr="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646464"/>
                </a:solidFill>
              </a:rPr>
              <a:t>Prepared by: Hrushi · January 06,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Fare Distribution</a:t>
            </a:r>
          </a:p>
        </p:txBody>
      </p:sp>
      <p:pic>
        <p:nvPicPr>
          <p:cNvPr id="3" name="Picture 2" descr="Far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876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646464"/>
                </a:solidFill>
              </a:rPr>
              <a:t>Prepared by: Hrushi · January 06,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Pclass Distribution</a:t>
            </a:r>
          </a:p>
        </p:txBody>
      </p:sp>
      <p:pic>
        <p:nvPicPr>
          <p:cNvPr id="3" name="Picture 2" descr="P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876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646464"/>
                </a:solidFill>
              </a:rPr>
              <a:t>Prepared by: Hrushi · January 06,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